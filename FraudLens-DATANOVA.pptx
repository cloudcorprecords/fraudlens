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FraudLens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9EC8E8"/>
                </a:solidFill>
                <a:latin typeface="Calibri"/>
              </a:rPr>
              <a:t>Interpretable Fraud Detection for Payment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DATANOVA 2026 Global Data-thon · Cybersecurity &amp;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9D6E3"/>
                </a:solidFill>
                <a:latin typeface="Calibri"/>
              </a:rPr>
              <a:t>Team: Rene Turcios (solo) — direction &amp; review; AI agent fleet — build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B2A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A fraud-detection pipeline + analyst dashboard that scores every payment transaction and explains every score.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Built end-to-end in pure Python standard library with a zero-dependency static dashboard.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Validated honestly against the rules-only baseline it is designed to replace — on a held-out test set, with every figure reproducible from the included artifacts.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B2A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Fraud is ~2% of payment traffic but drives outsized losses and review cost.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Legacy rule systems miss evolving patterns (on our test set, rules miss 20 of 52 frauds).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Black-box scores can't answer "why was this blocked?" — for customers, auditors, or regulators.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Analysts need three things: catch more fraud, keep false alerts low, and explain every flag.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B2A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FraudLens: logistic-regression risk scoring over 10 human-readable behavioural features (velocity, device, country, night activity, merchant risk, account age, amount, distance, recency).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Coefficients become reason codes on every alert — the model is the explanation.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Dashboard with a live threshold explorer: judges can re-tune the precision/recall trade-off themselves, recomputed from real test scores.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B2A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Synthetic dataset of 8,000 transactions (2.14% fraud), generated by a seeded script (seed 42) from a stolen-card behavioural process — no real customer data, fully reproducible.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Stratified 70/30 train/test split. Threshold (0.97) selected on training data only, frozen before test evaluation.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Transparent rules baseline (points system) scored on identical test rows.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Metrics: precision, recall, F1, ROC-AUC, confusion matrix, fraud value caught. Per-row predictions published for independent recomputation.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B2A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Python 3 standard library only — data generation, gradient-descent logistic regression, Mann-Whitney ROC-AUC. No pip installs, no cloud, no paid APIs.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Static HTML/CSS/vanilla JavaScript dashboard (hand-rolled charts).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Artifacts: transactions.csv · test_predictions.csv · results.json.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B2A"/>
                </a:solidFill>
                <a:latin typeface="Calibri"/>
              </a:rPr>
              <a:t>Implementation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One command: python3 run.py → dataset, trained model, results, dashboard data.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Dashboard: metric cards → model-vs-rules table → threshold slider → feature-driver chart → flagged-transaction queue with reason data.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Live demo link accompanies this deck; walkthrough script in DEMO.md.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21B2A"/>
                </a:solidFill>
                <a:latin typeface="Calibri"/>
              </a:rPr>
              <a:t>Results &amp; Validation (held-out test, n = 2,401)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8778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2560320"/>
              </a:tblGrid>
              <a:tr h="50292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FraudLens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Rules baseline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21B2A"/>
                          </a:solidFill>
                          <a:latin typeface="Calibri"/>
                        </a:rPr>
                        <a:t>93.6%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91.4%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21B2A"/>
                          </a:solidFill>
                          <a:latin typeface="Calibri"/>
                        </a:rPr>
                        <a:t>84.6% (44/52)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61.5% (32/52)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21B2A"/>
                          </a:solidFill>
                          <a:latin typeface="Calibri"/>
                        </a:rPr>
                        <a:t>0.889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0.736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21B2A"/>
                          </a:solidFill>
                          <a:latin typeface="Calibri"/>
                        </a:rPr>
                        <a:t>0.997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0.981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False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21B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Missed frauds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21B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Fraud value caught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21B2A"/>
                          </a:solidFill>
                          <a:latin typeface="Calibri"/>
                        </a:rPr>
                        <a:t>$14,663 / $16,524 (88.7%)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21B2A"/>
                          </a:solidFill>
                          <a:latin typeface="Calibri"/>
                        </a:rPr>
                        <a:t>$13,282 (80.4%)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1B2A"/>
                </a:solidFill>
                <a:latin typeface="Calibri"/>
              </a:rPr>
              <a:t>12 more frauds caught at the same false-alert count.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B2A"/>
                </a:solidFill>
                <a:latin typeface="Calibri"/>
              </a:rPr>
              <a:t>What drives the score (interpretability)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↑ risk: short gap since previous transaction (fraud bursts), high 24h velocity (OR 2.26×/SD), unrecognised device (1.91×), night activity (1.87×), 1h velocity, foreign country, distance, merchant risk, amount.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↓ risk: older account age (0.60×/SD), longer gap since previous transaction (0.13×/SD).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Every alert in the dashboard carries these drivers as its explanation.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B2A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For a payments team: +23 points of recall at zero extra false alerts means more fraud stopped with the same review headcount.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Explanations cut dispute/audit friction — every block has a reason a human can say out loud.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Zero-infrastructure design (stdlib Python + static page) makes it deployable by small processors and fintechs that can't run an ML platform.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Responsible by construction: synthetic data, no demographic features, bias-review flags documented.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21B2A"/>
                </a:solidFill>
                <a:latin typeface="Calibri"/>
              </a:rPr>
              <a:t>Limitations &amp; Next Steps (honest)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Synthetic data → metrics validate the method, not production performance.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21B2A"/>
                </a:solidFill>
                <a:latin typeface="Calibri"/>
              </a:rPr>
              <a:t>•  Next: recalibration (scores are rankings, not probabilities), training on real labelled data, drift monitoring, cost-sensitive thresholding, fairness audit of country/distance features.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Team Contributions &amp;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Rene Turcios — problem selection, direction, acceptance review.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AI agent fleet (Tree / Muse) — dataset design, model implementation,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evaluation, dashboard,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C9D6E3"/>
                </a:solidFill>
                <a:latin typeface="Calibri"/>
              </a:rPr>
              <a:t>Build Disclosure: AI-built. Built by AI agents (Tree / Muse fleet) directed by</a:t>
            </a:r>
          </a:p>
          <a:p>
            <a:pPr algn="l"/>
            <a:r>
              <a:rPr sz="1900" b="0">
                <a:solidFill>
                  <a:srgbClr val="C9D6E3"/>
                </a:solidFill>
                <a:latin typeface="Calibri"/>
              </a:rPr>
              <a:t>Rene Turcios during the hackathon period; Rene set the direction and reviewed;</a:t>
            </a:r>
          </a:p>
          <a:p>
            <a:pPr algn="l"/>
            <a:r>
              <a:rPr sz="1900" b="0">
                <a:solidFill>
                  <a:srgbClr val="C9D6E3"/>
                </a:solidFill>
                <a:latin typeface="Calibri"/>
              </a:rPr>
              <a:t>agents designed, coded, ran, and documented the analysis. Code MIT-licensed.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9EC8E8"/>
                </a:solidFill>
                <a:latin typeface="Calibri"/>
              </a:rPr>
              <a:t>FraudLens: catch more fraud — and be able to say why.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